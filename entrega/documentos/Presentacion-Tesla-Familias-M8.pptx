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66977a8a2241b7" /><Relationship Type="http://schemas.openxmlformats.org/officeDocument/2006/relationships/extended-properties" Target="/docProps/app.xml" Id="R2d03796281944283" /><Relationship Type="http://schemas.openxmlformats.org/officeDocument/2006/relationships/officeDocument" Target="/ppt/presentation.xml" Id="R77ec33b8322f48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362471ee7f4344"/>
  </p:sldMasterIdLst>
  <p:notesMasterIdLst>
    <p:notesMasterId xmlns:r="http://schemas.openxmlformats.org/officeDocument/2006/relationships" r:id="R93797ffb52304cbc"/>
  </p:notesMasterIdLst>
  <p:sldIdLst>
    <p:sldId xmlns:r="http://schemas.openxmlformats.org/officeDocument/2006/relationships" id="256" r:id="R1b92be6434734a37"/>
    <p:sldId xmlns:r="http://schemas.openxmlformats.org/officeDocument/2006/relationships" id="257" r:id="Ra816c81f314742ec"/>
    <p:sldId xmlns:r="http://schemas.openxmlformats.org/officeDocument/2006/relationships" id="258" r:id="Rffa9ccdb36ed49bd"/>
    <p:sldId xmlns:r="http://schemas.openxmlformats.org/officeDocument/2006/relationships" id="259" r:id="Rb86d1775db2f43ff"/>
    <p:sldId xmlns:r="http://schemas.openxmlformats.org/officeDocument/2006/relationships" id="260" r:id="R098ff2f85c0a45e6"/>
    <p:sldId xmlns:r="http://schemas.openxmlformats.org/officeDocument/2006/relationships" id="261" r:id="R62d56c647f574bff"/>
    <p:sldId xmlns:r="http://schemas.openxmlformats.org/officeDocument/2006/relationships" id="262" r:id="R4eb8e3e8573e4c21"/>
    <p:sldId xmlns:r="http://schemas.openxmlformats.org/officeDocument/2006/relationships" id="263" r:id="R83d0a93044b34ffa"/>
    <p:sldId xmlns:r="http://schemas.openxmlformats.org/officeDocument/2006/relationships" id="264" r:id="Rc68b4050dbce42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5a710fa83340ab" /><Relationship Type="http://schemas.openxmlformats.org/officeDocument/2006/relationships/slideMaster" Target="/ppt/slideMasters/slideMaster1.xml" Id="R08362471ee7f4344" /><Relationship Type="http://schemas.openxmlformats.org/officeDocument/2006/relationships/notesMaster" Target="/ppt/notesMasters/notesMaster1.xml" Id="R93797ffb52304cbc" /><Relationship Type="http://schemas.openxmlformats.org/officeDocument/2006/relationships/presProps" Target="/ppt/presProps.xml" Id="R26c250353be54f89" /><Relationship Type="http://schemas.openxmlformats.org/officeDocument/2006/relationships/tableStyles" Target="/ppt/tableStyles.xml" Id="R1fef7e642edb4e50" /><Relationship Type="http://schemas.openxmlformats.org/officeDocument/2006/relationships/slide" Target="/ppt/slides/slide1.xml" Id="R1b92be6434734a37" /><Relationship Type="http://schemas.openxmlformats.org/officeDocument/2006/relationships/slide" Target="/ppt/slides/slide2.xml" Id="Ra816c81f314742ec" /><Relationship Type="http://schemas.openxmlformats.org/officeDocument/2006/relationships/slide" Target="/ppt/slides/slide3.xml" Id="Rffa9ccdb36ed49bd" /><Relationship Type="http://schemas.openxmlformats.org/officeDocument/2006/relationships/slide" Target="/ppt/slides/slide4.xml" Id="Rb86d1775db2f43ff" /><Relationship Type="http://schemas.openxmlformats.org/officeDocument/2006/relationships/slide" Target="/ppt/slides/slide5.xml" Id="R098ff2f85c0a45e6" /><Relationship Type="http://schemas.openxmlformats.org/officeDocument/2006/relationships/slide" Target="/ppt/slides/slide6.xml" Id="R62d56c647f574bff" /><Relationship Type="http://schemas.openxmlformats.org/officeDocument/2006/relationships/slide" Target="/ppt/slides/slide7.xml" Id="R4eb8e3e8573e4c21" /><Relationship Type="http://schemas.openxmlformats.org/officeDocument/2006/relationships/slide" Target="/ppt/slides/slide8.xml" Id="R83d0a93044b34ffa" /><Relationship Type="http://schemas.openxmlformats.org/officeDocument/2006/relationships/slide" Target="/ppt/slides/slide9.xml" Id="Rc68b4050dbce42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b8112b53f74e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661a25b1db413a" /><Relationship Type="http://schemas.openxmlformats.org/officeDocument/2006/relationships/notesMaster" Target="/ppt/notesMasters/notesMaster1.xml" Id="Ra90eb0a2556e4d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658aa576b8413a" /><Relationship Type="http://schemas.openxmlformats.org/officeDocument/2006/relationships/notesMaster" Target="/ppt/notesMasters/notesMaster1.xml" Id="R16d043cfd2604c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b9ca67cdb54110" /><Relationship Type="http://schemas.openxmlformats.org/officeDocument/2006/relationships/notesMaster" Target="/ppt/notesMasters/notesMaster1.xml" Id="Rd180ad6862ed4c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161e4c9ada4e74" /><Relationship Type="http://schemas.openxmlformats.org/officeDocument/2006/relationships/notesMaster" Target="/ppt/notesMasters/notesMaster1.xml" Id="R557127f15a484a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290cbd15bb4ee3" /><Relationship Type="http://schemas.openxmlformats.org/officeDocument/2006/relationships/notesMaster" Target="/ppt/notesMasters/notesMaster1.xml" Id="R47bb475f51f44c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c81a67d7714eba" /><Relationship Type="http://schemas.openxmlformats.org/officeDocument/2006/relationships/notesMaster" Target="/ppt/notesMasters/notesMaster1.xml" Id="R15eaba942ecf44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32b21788b14d16" /><Relationship Type="http://schemas.openxmlformats.org/officeDocument/2006/relationships/notesMaster" Target="/ppt/notesMasters/notesMaster1.xml" Id="R6591c67297194a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f8ca7efa8b44bb" /><Relationship Type="http://schemas.openxmlformats.org/officeDocument/2006/relationships/notesMaster" Target="/ppt/notesMasters/notesMaster1.xml" Id="Rcbef167b9c014d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56d5db4c684aaa" /><Relationship Type="http://schemas.openxmlformats.org/officeDocument/2006/relationships/notesMaster" Target="/ppt/notesMasters/notesMaster1.xml" Id="R170c48480f724b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de la versión 1.0.0. La aplicación utiliza datos ficticios y almacenamiento local. No afirmar que está conectada a la academia.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Necesidad planteada en el proyecto. No se realizó una encuesta ni se midieron tiempos de comunicación con familias.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ejecutada en Pixel 8, Android 17. Los datos son ficticios. La demostración no necesita servidor.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obligaciones son informativas y no se procesan pagos. Capturas de datos locales del proyecto.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Android Developers. (2026a, 28 de mayo). About notifications in Views. https://developer.android.com/develop/ui/views/notifications</a:t>
            </a:r>
          </a:p>
          <a:p xmlns:a="http://schemas.openxmlformats.org/drawingml/2006/main">
            <a:r>
              <a:t>El aviso se genera localmente. El historial se guarda separado del aviso del sistema.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panel no representa permisos administrativos reales de la academia. Restablecer requiere confirmación.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Comprobación en Pixel 8, Android 17, API 37, el 18 de octubre de 2026. No se probó en todos los dispositivos.</a:t>
            </a:r>
          </a:p>
          <a:p xmlns:a="http://schemas.openxmlformats.org/drawingml/2006/main">
            <a:r>
              <a:t>Android Developers. (2026b, 29 de abril). Data layer. https://developer.android.com/topic/architecture/data-layer</a:t>
            </a:r>
          </a:p>
          <a:p xmlns:a="http://schemas.openxmlformats.org/drawingml/2006/main">
            <a:r>
              <a:t>Android Developers. (2026c, 5 de octubre). Guide to app architecture. https://developer.android.com/topic/architecture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Propuesta de continuidad para presentar a la academia o a un posible patrocinador. No hay inversión comprometida, estudio de mercado ni presupuesto validado.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APK está en la carpeta entrega del proyecto. El enlace público requiere publicar los archivos actualizados antes de compartirlos.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ad660d2b55418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b8a95fa97348a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d2aaadc0ad4ae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8ee37618be49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7e092a4aa04c1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3666aa45de4f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98FFE1-4948-4A5A-BDEE-1517C01274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DCB1C2F-9ABB-46FD-98A0-A09AD7106B7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EA2CB64-0105-4AAD-8FE0-1051B34649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128526-68F8-4F49-9A42-D5960DCD6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0747B0B-00B7-4010-9175-A8F496C585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8D18E0-2CD5-4E73-8721-475A4E91EC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065952D-8E8A-438C-912F-8DB122D547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EFB154B-ED6E-49F3-A36C-A27534795B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79E944-BF37-4F4D-975E-62BFDF47A0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634C6A-57C9-4EF3-8C14-9848CAC077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685db128ae4235" /><Relationship Type="http://schemas.openxmlformats.org/officeDocument/2006/relationships/slideLayout" Target="/ppt/slideLayouts/slideLayout1.xml" Id="Ra2ac6322a36441b9" /><Relationship Type="http://schemas.openxmlformats.org/officeDocument/2006/relationships/slideLayout" Target="/ppt/slideLayouts/slideLayout2.xml" Id="R94cd61fc95ca41e6" /><Relationship Type="http://schemas.openxmlformats.org/officeDocument/2006/relationships/slideLayout" Target="/ppt/slideLayouts/slideLayout3.xml" Id="R5c1a890e160d410e" /><Relationship Type="http://schemas.openxmlformats.org/officeDocument/2006/relationships/slideLayout" Target="/ppt/slideLayouts/slideLayout4.xml" Id="R4ffa655abfed479b" /><Relationship Type="http://schemas.openxmlformats.org/officeDocument/2006/relationships/slideLayout" Target="/ppt/slideLayouts/slideLayout5.xml" Id="R27e49dd2dd464be5" /><Relationship Type="http://schemas.openxmlformats.org/officeDocument/2006/relationships/slideLayout" Target="/ppt/slideLayouts/slideLayout6.xml" Id="R9c85db329d4043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ac6322a36441b9"/>
    <p:sldLayoutId xmlns:r="http://schemas.openxmlformats.org/officeDocument/2006/relationships" id="2147483650" r:id="R94cd61fc95ca41e6"/>
    <p:sldLayoutId xmlns:r="http://schemas.openxmlformats.org/officeDocument/2006/relationships" id="2147483651" r:id="R5c1a890e160d410e"/>
    <p:sldLayoutId xmlns:r="http://schemas.openxmlformats.org/officeDocument/2006/relationships" id="2147483652" r:id="R4ffa655abfed479b"/>
    <p:sldLayoutId xmlns:r="http://schemas.openxmlformats.org/officeDocument/2006/relationships" id="2147483653" r:id="R27e49dd2dd464be5"/>
    <p:sldLayoutId xmlns:r="http://schemas.openxmlformats.org/officeDocument/2006/relationships" id="2147483654" r:id="R9c85db329d4043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2f10b229274798" /><Relationship Type="http://schemas.openxmlformats.org/officeDocument/2006/relationships/notesSlide" Target="/ppt/notesSlides/notesSlide1.xml" Id="R22bdd27c9dd84b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5a354973ac4f1b" /><Relationship Type="http://schemas.openxmlformats.org/officeDocument/2006/relationships/notesSlide" Target="/ppt/notesSlides/notesSlide2.xml" Id="R8a2ff1bcaf424e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019840558640ef" /><Relationship Type="http://schemas.openxmlformats.org/officeDocument/2006/relationships/image" Target="/ppt/media/image.png" Id="R131cbb6850754047" /><Relationship Type="http://schemas.openxmlformats.org/officeDocument/2006/relationships/notesSlide" Target="/ppt/notesSlides/notesSlide3.xml" Id="Re9b1c5b4155640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bf3888b1a14781" /><Relationship Type="http://schemas.openxmlformats.org/officeDocument/2006/relationships/image" Target="/ppt/media/image2.png" Id="Rcecd0ccacd5d4238" /><Relationship Type="http://schemas.openxmlformats.org/officeDocument/2006/relationships/image" Target="/ppt/media/image3.png" Id="R287e0b66119b4594" /><Relationship Type="http://schemas.openxmlformats.org/officeDocument/2006/relationships/notesSlide" Target="/ppt/notesSlides/notesSlide4.xml" Id="Re2679243ae1047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c37e42a68b4c76" /><Relationship Type="http://schemas.openxmlformats.org/officeDocument/2006/relationships/image" Target="/ppt/media/image4.png" Id="R4fec76494a484207" /><Relationship Type="http://schemas.openxmlformats.org/officeDocument/2006/relationships/image" Target="/ppt/media/image5.png" Id="R6e3ea3da21004b68" /><Relationship Type="http://schemas.openxmlformats.org/officeDocument/2006/relationships/notesSlide" Target="/ppt/notesSlides/notesSlide5.xml" Id="R1f931a8192f942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2d8d767b16439f" /><Relationship Type="http://schemas.openxmlformats.org/officeDocument/2006/relationships/image" Target="/ppt/media/image6.png" Id="Rd69d2ea6e5e34646" /><Relationship Type="http://schemas.openxmlformats.org/officeDocument/2006/relationships/notesSlide" Target="/ppt/notesSlides/notesSlide6.xml" Id="R2654025bcc8d41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567b1fa4414e3f" /><Relationship Type="http://schemas.openxmlformats.org/officeDocument/2006/relationships/image" Target="/ppt/media/image7.png" Id="R15e6b326724a4418" /><Relationship Type="http://schemas.openxmlformats.org/officeDocument/2006/relationships/notesSlide" Target="/ppt/notesSlides/notesSlide7.xml" Id="R2bc6c5b1db3b4b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87f9d7f03c40ef" /><Relationship Type="http://schemas.openxmlformats.org/officeDocument/2006/relationships/notesSlide" Target="/ppt/notesSlides/notesSlide8.xml" Id="R7864e95c0da848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6050ea77014636" /><Relationship Type="http://schemas.openxmlformats.org/officeDocument/2006/relationships/image" Target="/ppt/media/image8.png" Id="R95ef8c3161384588" /><Relationship Type="http://schemas.openxmlformats.org/officeDocument/2006/relationships/notesSlide" Target="/ppt/notesSlides/notesSlide9.xml" Id="R649d80866ccc45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D4F6B-2416-4735-B9F1-BFBB35D7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34D"/>
                </a:solidFill>
                <a:latin typeface="Arial"/>
                <a:ea typeface="Arial"/>
                <a:cs typeface="Arial"/>
              </a:rPr>
              <a:t>Tesla Familias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7B36F-3CED-4711-8E9A-FE4BEAFE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defPPr>
            <a:lvl1pPr>
              <a:defRPr sz="40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1pPr>
            <a:lvl2pPr>
              <a:defRPr sz="40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2pPr>
            <a:lvl3pPr>
              <a:defRPr sz="40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3pPr>
            <a:lvl4pPr>
              <a:defRPr sz="40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4pPr>
            <a:lvl5pPr>
              <a:defRPr sz="40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5pPr>
            <a:lvl6pPr>
              <a:defRPr sz="40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6pPr>
            <a:lvl7pPr>
              <a:defRPr sz="40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7pPr>
            <a:lvl8pPr>
              <a:defRPr sz="40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8pPr>
            <a:lvl9pPr>
              <a:defRPr sz="40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4234D"/>
                </a:solidFill>
                <a:latin typeface="Arial"/>
                <a:ea typeface="Arial"/>
                <a:cs typeface="Arial"/>
              </a:rPr>
              <a:t>Información del estudiante</a:t>
            </a:r>
          </a:p>
          <a:p xmlns:a="http://schemas.openxmlformats.org/drawingml/2006/main">
            <a:pPr>
              <a:defRPr sz="40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4234D"/>
                </a:solidFill>
                <a:latin typeface="Arial"/>
                <a:ea typeface="Arial"/>
                <a:cs typeface="Arial"/>
              </a:rPr>
              <a:t>desde el teléfono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728DB-FBB6-4938-AE55-8EF20D53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34D"/>
                </a:solidFill>
                <a:latin typeface="Arial"/>
                <a:ea typeface="Arial"/>
                <a:cs typeface="Arial"/>
              </a:rPr>
              <a:t>Aplicación Android para la Academia Preuniversitaria Tesla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1D4F5-C51A-47AB-828E-F468331E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4D"/>
                </a:solidFill>
                <a:latin typeface="Arial"/>
                <a:ea typeface="Arial"/>
                <a:cs typeface="Arial"/>
              </a:rPr>
              <a:t>Royer Alexander Chavez Malaver</a:t>
            </a:r>
          </a:p>
          <a:p xmlns:a="http://schemas.openxmlformats.org/drawingml/2006/main">
            <a:pPr>
              <a:defRPr sz="17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4D"/>
                </a:solidFill>
                <a:latin typeface="Arial"/>
                <a:ea typeface="Arial"/>
                <a:cs typeface="Arial"/>
              </a:rPr>
              <a:t>Desarrollo de Aplicaciones Móviles · Módulo 8</a:t>
            </a:r>
          </a:p>
          <a:p xmlns:a="http://schemas.openxmlformats.org/drawingml/2006/main">
            <a:pPr>
              <a:defRPr sz="17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4D"/>
                </a:solidFill>
                <a:latin typeface="Arial"/>
                <a:ea typeface="Arial"/>
                <a:cs typeface="Arial"/>
              </a:rPr>
              <a:t>18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9521939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9FA1B-882C-49B2-8D06-53E5FB62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34D"/>
                </a:solidFill>
                <a:latin typeface="Arial"/>
                <a:ea typeface="Arial"/>
                <a:cs typeface="Arial"/>
              </a:rPr>
              <a:t>El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DF6FC-ED65-4C27-BBC7-E35DF14D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34D"/>
                </a:solidFill>
                <a:latin typeface="Arial"/>
                <a:ea typeface="Arial"/>
                <a:cs typeface="Arial"/>
              </a:rPr>
              <a:t>El padre necesita consultar la asistencia, las obligaciones y los avisos de su hijo.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D045C-7464-4430-9B1B-1831EC31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477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234D"/>
                </a:solidFill>
                <a:latin typeface="Arial"/>
                <a:ea typeface="Arial"/>
                <a:cs typeface="Arial"/>
              </a:rPr>
              <a:t>La información puede requerir consultas a la plataforma web o esperar una comunicación institucional.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234D"/>
                </a:solidFill>
                <a:latin typeface="Arial"/>
                <a:ea typeface="Arial"/>
                <a:cs typeface="Arial"/>
              </a:rPr>
              <a:t>La propuesta reúne esas consultas en una aplicación móvil.</a:t>
            </a:r>
          </a:p>
        </p:txBody>
      </p:sp>
    </p:spTree>
    <p:extLst>
      <p:ext uri="{BB962C8B-B14F-4D97-AF65-F5344CB8AC3E}">
        <p14:creationId xmlns:p14="http://schemas.microsoft.com/office/powerpoint/2010/main" val="3572947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1638B-5EB9-4645-9F05-FE23CABC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34D"/>
                </a:solidFill>
                <a:latin typeface="Arial"/>
                <a:ea typeface="Arial"/>
                <a:cs typeface="Arial"/>
              </a:rPr>
              <a:t>La propuesta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21219-ECA3-4E1A-BD34-21A98BDF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34D"/>
                </a:solidFill>
                <a:latin typeface="Arial"/>
                <a:ea typeface="Arial"/>
                <a:cs typeface="Arial"/>
              </a:rPr>
              <a:t>Una pantalla de Inicio reúne el estado del día y los accesos principales.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1CC85-D435-44EF-A92F-891D0252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704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34D"/>
                </a:solidFill>
                <a:latin typeface="Arial"/>
                <a:ea typeface="Arial"/>
                <a:cs typeface="Arial"/>
              </a:rPr>
              <a:t>Asistencias, obligaciones y avisos.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34D"/>
                </a:solidFill>
                <a:latin typeface="Arial"/>
                <a:ea typeface="Arial"/>
                <a:cs typeface="Arial"/>
              </a:rPr>
              <a:t>El modo demo permite probar los recorridos sin una cuenta institucional.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C1D7A-963F-46E5-BB4E-1DDBF26C4D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cbb6850754047"/>
          <a:stretch xmlns:a="http://schemas.openxmlformats.org/drawingml/2006/main"/>
        </p:blipFill>
        <p:spPr>
          <a:xfrm xmlns:a="http://schemas.openxmlformats.org/drawingml/2006/main">
            <a:off x="8858250" y="1524529"/>
            <a:ext cx="2095500" cy="46566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7873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6A53A-0E46-4DD0-9384-19A12FBD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34D"/>
                </a:solidFill>
                <a:latin typeface="Arial"/>
                <a:ea typeface="Arial"/>
                <a:cs typeface="Arial"/>
              </a:rPr>
              <a:t>Asistencias y obligaciones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4A908-B50D-48AA-B75D-DC69D2FC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000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34D"/>
                </a:solidFill>
                <a:latin typeface="Arial"/>
                <a:ea typeface="Arial"/>
                <a:cs typeface="Arial"/>
              </a:rPr>
              <a:t>Consultar el historial de presencia, tardanza e inasistencia.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34D"/>
                </a:solidFill>
                <a:latin typeface="Arial"/>
                <a:ea typeface="Arial"/>
                <a:cs typeface="Arial"/>
              </a:rPr>
              <a:t>Revisar importe, vencimiento y estado de una obligación.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34D"/>
                </a:solidFill>
                <a:latin typeface="Arial"/>
                <a:ea typeface="Arial"/>
                <a:cs typeface="Arial"/>
              </a:rPr>
              <a:t>El total pendiente excluye las cuotas pagadas.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64B86-91FB-4BDF-8813-EA10607590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d0ccacd5d4238"/>
          <a:stretch xmlns:a="http://schemas.openxmlformats.org/drawingml/2006/main"/>
        </p:blipFill>
        <p:spPr>
          <a:xfrm xmlns:a="http://schemas.openxmlformats.org/drawingml/2006/main">
            <a:off x="7144464" y="1619250"/>
            <a:ext cx="1855946" cy="412432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7C024-8337-4619-9014-07794FE42D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e0b66119b4594"/>
          <a:stretch xmlns:a="http://schemas.openxmlformats.org/drawingml/2006/main"/>
        </p:blipFill>
        <p:spPr>
          <a:xfrm xmlns:a="http://schemas.openxmlformats.org/drawingml/2006/main">
            <a:off x="9430464" y="1619250"/>
            <a:ext cx="1855946" cy="4124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8230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88B32-B987-4542-A55B-3A5D730C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34D"/>
                </a:solidFill>
                <a:latin typeface="Arial"/>
                <a:ea typeface="Arial"/>
                <a:cs typeface="Arial"/>
              </a:rPr>
              <a:t>Avisos que se pueden volver a consultar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8BDE2-B2C7-41A1-AF09-A7FF7AE9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000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34D"/>
                </a:solidFill>
                <a:latin typeface="Arial"/>
                <a:ea typeface="Arial"/>
                <a:cs typeface="Arial"/>
              </a:rPr>
              <a:t>El historial mantiene los mensajes dentro de la aplicación.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34D"/>
                </a:solidFill>
                <a:latin typeface="Arial"/>
                <a:ea typeface="Arial"/>
                <a:cs typeface="Arial"/>
              </a:rPr>
              <a:t>Abrir un aviso lo marca como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34D"/>
                </a:solidFill>
                <a:latin typeface="Arial"/>
                <a:ea typeface="Arial"/>
                <a:cs typeface="Arial"/>
              </a:rPr>
              <a:t>Una notificación local permite probar la apertura desde Android.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DDA90-0D0B-434C-869F-D39B0E0D61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c76494a484207"/>
          <a:stretch xmlns:a="http://schemas.openxmlformats.org/drawingml/2006/main"/>
        </p:blipFill>
        <p:spPr>
          <a:xfrm xmlns:a="http://schemas.openxmlformats.org/drawingml/2006/main">
            <a:off x="7144464" y="1619250"/>
            <a:ext cx="1855946" cy="412432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BF263-EFC5-4763-AE15-5E3A756573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ea3da21004b68"/>
          <a:stretch xmlns:a="http://schemas.openxmlformats.org/drawingml/2006/main"/>
        </p:blipFill>
        <p:spPr>
          <a:xfrm xmlns:a="http://schemas.openxmlformats.org/drawingml/2006/main">
            <a:off x="9430464" y="1619250"/>
            <a:ext cx="1855946" cy="4124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478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3C94A-13A4-4588-9891-FDDB959F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34D"/>
                </a:solidFill>
                <a:latin typeface="Arial"/>
                <a:ea typeface="Arial"/>
                <a:cs typeface="Arial"/>
              </a:rPr>
              <a:t>Administrador de demostración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F7EC0-EB15-4A3B-8042-D187D2C7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239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234D"/>
                </a:solidFill>
                <a:latin typeface="Arial"/>
                <a:ea typeface="Arial"/>
                <a:cs typeface="Arial"/>
              </a:rPr>
              <a:t>El evaluador puede cambiar la asistencia y editar la obligación.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234D"/>
                </a:solidFill>
                <a:latin typeface="Arial"/>
                <a:ea typeface="Arial"/>
                <a:cs typeface="Arial"/>
              </a:rPr>
              <a:t>También puede generar un aviso y restablecer los datos para repetir la prueba.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234D"/>
                </a:solidFill>
                <a:latin typeface="Arial"/>
                <a:ea typeface="Arial"/>
                <a:cs typeface="Arial"/>
              </a:rPr>
              <a:t>El panel solo modifica información ficticia del dispositivo.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3DE75-593E-4EE2-90F0-39F4D60BDC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d2ea6e5e34646"/>
          <a:stretch xmlns:a="http://schemas.openxmlformats.org/drawingml/2006/main"/>
        </p:blipFill>
        <p:spPr>
          <a:xfrm xmlns:a="http://schemas.openxmlformats.org/drawingml/2006/main">
            <a:off x="8858250" y="1524529"/>
            <a:ext cx="2095500" cy="46566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5481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419916-A849-436D-9849-334A9852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34D"/>
                </a:solidFill>
                <a:latin typeface="Arial"/>
                <a:ea typeface="Arial"/>
                <a:cs typeface="Arial"/>
              </a:rPr>
              <a:t>Una primera versión instalable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5F72E-AFFA-471C-96A8-9BA9E91B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334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34D"/>
                </a:solidFill>
                <a:latin typeface="Arial"/>
                <a:ea typeface="Arial"/>
                <a:cs typeface="Arial"/>
              </a:rPr>
              <a:t>Kotlin y Android Studio.</a:t>
            </a:r>
          </a:p>
          <a:p xmlns:a="http://schemas.openxmlformats.org/drawingml/2006/main">
            <a: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34D"/>
                </a:solidFill>
                <a:latin typeface="Arial"/>
                <a:ea typeface="Arial"/>
                <a:cs typeface="Arial"/>
              </a:rPr>
              <a:t>Datos guardados en el teléfono con SharedPreferences y 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34D"/>
                </a:solidFill>
                <a:latin typeface="Arial"/>
                <a:ea typeface="Arial"/>
                <a:cs typeface="Arial"/>
              </a:rPr>
              <a:t>Instalación, consultas, edición, persistencia y avisos comprobados en el emulador.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762ED-F2DD-407E-BE6D-75556A7E3A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e6b326724a4418"/>
          <a:stretch xmlns:a="http://schemas.openxmlformats.org/drawingml/2006/main"/>
        </p:blipFill>
        <p:spPr>
          <a:xfrm xmlns:a="http://schemas.openxmlformats.org/drawingml/2006/main">
            <a:off x="8858250" y="1524529"/>
            <a:ext cx="2095500" cy="46566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88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B249C-6156-4D8F-9EE7-44637E50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34D"/>
                </a:solidFill>
                <a:latin typeface="Arial"/>
                <a:ea typeface="Arial"/>
                <a:cs typeface="Arial"/>
              </a:rPr>
              <a:t>Propuesta para una siguiente etapa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C65BC-DD43-4CED-A2E3-3C40B98D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34D"/>
                </a:solidFill>
                <a:latin typeface="Arial"/>
                <a:ea typeface="Arial"/>
                <a:cs typeface="Arial"/>
              </a:rPr>
              <a:t>Validar el uso con un grupo de familias de la academia.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9C9C6-CC8D-4CD8-9B94-72D5E76E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477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34D"/>
                </a:solidFill>
                <a:latin typeface="Arial"/>
                <a:ea typeface="Arial"/>
                <a:cs typeface="Arial"/>
              </a:rPr>
              <a:t>Recoger comentarios sobre la claridad de las consultas.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34D"/>
                </a:solidFill>
                <a:latin typeface="Arial"/>
                <a:ea typeface="Arial"/>
                <a:cs typeface="Arial"/>
              </a:rPr>
              <a:t>Conectar SIGAF e incorporar autenticación institucional y avisos remotos.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34D"/>
                </a:solidFill>
                <a:latin typeface="Arial"/>
                <a:ea typeface="Arial"/>
                <a:cs typeface="Arial"/>
              </a:rPr>
              <a:t>Estimar el costo y el soporte después de definir esa integración.</a:t>
            </a:r>
          </a:p>
        </p:txBody>
      </p:sp>
    </p:spTree>
    <p:extLst>
      <p:ext uri="{BB962C8B-B14F-4D97-AF65-F5344CB8AC3E}">
        <p14:creationId xmlns:p14="http://schemas.microsoft.com/office/powerpoint/2010/main" val="9291822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A321C-A4FD-4D6E-9FC6-6D922C65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34D"/>
                </a:solidFill>
                <a:latin typeface="Arial"/>
                <a:ea typeface="Arial"/>
                <a:cs typeface="Arial"/>
              </a:rPr>
              <a:t>Prueba de la aplicación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EC1FA-A10C-478C-9320-42EBAFE0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34D"/>
                </a:solidFill>
                <a:latin typeface="Arial"/>
                <a:ea typeface="Arial"/>
                <a:cs typeface="Arial"/>
              </a:rPr>
              <a:t>Tesla Familias 1.0.0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5FFB4-89CE-4EFF-9CEA-CEAA9786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714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234D"/>
                </a:solidFill>
                <a:latin typeface="Arial"/>
                <a:ea typeface="Arial"/>
                <a:cs typeface="Arial"/>
              </a:rPr>
              <a:t>Usuario: demo</a:t>
            </a:r>
          </a:p>
          <a:p xmlns:a="http://schemas.openxmlformats.org/drawingml/2006/main">
            <a: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234D"/>
                </a:solidFill>
                <a:latin typeface="Arial"/>
                <a:ea typeface="Arial"/>
                <a:cs typeface="Arial"/>
              </a:rPr>
              <a:t>Contraseña: tesla123</a:t>
            </a:r>
          </a:p>
          <a:p xmlns:a="http://schemas.openxmlformats.org/drawingml/2006/main">
            <a:pPr>
              <a:defRPr sz="232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234D"/>
                </a:solidFill>
                <a:latin typeface="Arial"/>
                <a:ea typeface="Arial"/>
                <a:cs typeface="Arial"/>
              </a:rPr>
              <a:t>También se puede usar el acceso directo de demostración.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F8291-064D-4F9F-99D3-19DDC7C7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34D"/>
                </a:solidFill>
                <a:latin typeface="Arial"/>
                <a:ea typeface="Arial"/>
                <a:cs typeface="Arial"/>
              </a:rPr>
              <a:t>Código, documentación y APK en el portafolio del proyecto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E317E-BAFC-4CF3-A655-892905A4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34D"/>
                </a:solidFill>
                <a:latin typeface="Arial"/>
                <a:ea typeface="Arial"/>
                <a:cs typeface="Arial"/>
              </a:rPr>
              <a:t>github.com/royerchavez01/tesla-familias-android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5CD3A-7F3F-4087-903F-BD43A78318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ef8c3161384588"/>
          <a:stretch xmlns:a="http://schemas.openxmlformats.org/drawingml/2006/main"/>
        </p:blipFill>
        <p:spPr>
          <a:xfrm xmlns:a="http://schemas.openxmlformats.org/drawingml/2006/main">
            <a:off x="8858250" y="2095500"/>
            <a:ext cx="2190750" cy="2190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1093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2026-10-19T00:23:07.7730000Z</dcterms:created>
  <dcterms:modified xsi:type="dcterms:W3CDTF">2026-10-19T00:23:07.7730000Z</dcterms:modified>
</coreProperties>
</file>